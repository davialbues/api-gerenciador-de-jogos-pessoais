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1afdd930f84224" /><Relationship Type="http://schemas.openxmlformats.org/officeDocument/2006/relationships/extended-properties" Target="/docProps/app.xml" Id="R604c8a8bf7774d22" /><Relationship Type="http://schemas.openxmlformats.org/officeDocument/2006/relationships/officeDocument" Target="/ppt/presentation.xml" Id="R0635f908ac154e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ea633d93784b5b"/>
  </p:sldMasterIdLst>
  <p:notesMasterIdLst>
    <p:notesMasterId xmlns:r="http://schemas.openxmlformats.org/officeDocument/2006/relationships" r:id="R935f63d3fde54ebd"/>
  </p:notesMasterIdLst>
  <p:sldIdLst>
    <p:sldId xmlns:r="http://schemas.openxmlformats.org/officeDocument/2006/relationships" id="256" r:id="R53bde764e143403e"/>
    <p:sldId xmlns:r="http://schemas.openxmlformats.org/officeDocument/2006/relationships" id="257" r:id="R2966bdddc59e405a"/>
    <p:sldId xmlns:r="http://schemas.openxmlformats.org/officeDocument/2006/relationships" id="258" r:id="Rc12350d351354e7f"/>
    <p:sldId xmlns:r="http://schemas.openxmlformats.org/officeDocument/2006/relationships" id="259" r:id="Rc239343e5aff47f8"/>
    <p:sldId xmlns:r="http://schemas.openxmlformats.org/officeDocument/2006/relationships" id="260" r:id="Rcc5eeffce7534bd9"/>
    <p:sldId xmlns:r="http://schemas.openxmlformats.org/officeDocument/2006/relationships" id="261" r:id="R18d40f0f04394cf4"/>
    <p:sldId xmlns:r="http://schemas.openxmlformats.org/officeDocument/2006/relationships" id="262" r:id="Rc23885a4f6194f21"/>
    <p:sldId xmlns:r="http://schemas.openxmlformats.org/officeDocument/2006/relationships" id="263" r:id="R290427aa1e3146e7"/>
    <p:sldId xmlns:r="http://schemas.openxmlformats.org/officeDocument/2006/relationships" id="264" r:id="R2ecf49e3599047a8"/>
    <p:sldId xmlns:r="http://schemas.openxmlformats.org/officeDocument/2006/relationships" id="265" r:id="Rb6740090b69446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c6650d887c4f8e" /><Relationship Type="http://schemas.openxmlformats.org/officeDocument/2006/relationships/slideMaster" Target="/ppt/slideMasters/slideMaster1.xml" Id="R44ea633d93784b5b" /><Relationship Type="http://schemas.openxmlformats.org/officeDocument/2006/relationships/notesMaster" Target="/ppt/notesMasters/notesMaster1.xml" Id="R935f63d3fde54ebd" /><Relationship Type="http://schemas.openxmlformats.org/officeDocument/2006/relationships/presProps" Target="/ppt/presProps.xml" Id="Rfcc410035f1a49f2" /><Relationship Type="http://schemas.openxmlformats.org/officeDocument/2006/relationships/tableStyles" Target="/ppt/tableStyles.xml" Id="Rd4234753e8c043e1" /><Relationship Type="http://schemas.openxmlformats.org/officeDocument/2006/relationships/slide" Target="/ppt/slides/slide1.xml" Id="R53bde764e143403e" /><Relationship Type="http://schemas.openxmlformats.org/officeDocument/2006/relationships/slide" Target="/ppt/slides/slide2.xml" Id="R2966bdddc59e405a" /><Relationship Type="http://schemas.openxmlformats.org/officeDocument/2006/relationships/slide" Target="/ppt/slides/slide3.xml" Id="Rc12350d351354e7f" /><Relationship Type="http://schemas.openxmlformats.org/officeDocument/2006/relationships/slide" Target="/ppt/slides/slide4.xml" Id="Rc239343e5aff47f8" /><Relationship Type="http://schemas.openxmlformats.org/officeDocument/2006/relationships/slide" Target="/ppt/slides/slide5.xml" Id="Rcc5eeffce7534bd9" /><Relationship Type="http://schemas.openxmlformats.org/officeDocument/2006/relationships/slide" Target="/ppt/slides/slide6.xml" Id="R18d40f0f04394cf4" /><Relationship Type="http://schemas.openxmlformats.org/officeDocument/2006/relationships/slide" Target="/ppt/slides/slide7.xml" Id="Rc23885a4f6194f21" /><Relationship Type="http://schemas.openxmlformats.org/officeDocument/2006/relationships/slide" Target="/ppt/slides/slide8.xml" Id="R290427aa1e3146e7" /><Relationship Type="http://schemas.openxmlformats.org/officeDocument/2006/relationships/slide" Target="/ppt/slides/slide9.xml" Id="R2ecf49e3599047a8" /><Relationship Type="http://schemas.openxmlformats.org/officeDocument/2006/relationships/slide" Target="/ppt/slides/slide10.xml" Id="Rb6740090b69446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0a4dc2d09a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c9b09d9da64be6" /><Relationship Type="http://schemas.openxmlformats.org/officeDocument/2006/relationships/notesMaster" Target="/ppt/notesMasters/notesMaster1.xml" Id="R6f2469fa2d49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b0fedc3e804a38" /><Relationship Type="http://schemas.openxmlformats.org/officeDocument/2006/relationships/notesMaster" Target="/ppt/notesMasters/notesMaster1.xml" Id="Ra5ddf16e20c349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6e7dd1a1ac4998" /><Relationship Type="http://schemas.openxmlformats.org/officeDocument/2006/relationships/notesMaster" Target="/ppt/notesMasters/notesMaster1.xml" Id="Rc9f5e18ddcd84f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210013b244a2b" /><Relationship Type="http://schemas.openxmlformats.org/officeDocument/2006/relationships/notesMaster" Target="/ppt/notesMasters/notesMaster1.xml" Id="R92dfd377ce2241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c68a5cbbd24cd6" /><Relationship Type="http://schemas.openxmlformats.org/officeDocument/2006/relationships/notesMaster" Target="/ppt/notesMasters/notesMaster1.xml" Id="R6eb753344a0847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72f1b346cc4c30" /><Relationship Type="http://schemas.openxmlformats.org/officeDocument/2006/relationships/notesMaster" Target="/ppt/notesMasters/notesMaster1.xml" Id="R031bcbda53974f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77cb26c14a479d" /><Relationship Type="http://schemas.openxmlformats.org/officeDocument/2006/relationships/notesMaster" Target="/ppt/notesMasters/notesMaster1.xml" Id="R4039a2c857c149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cf7b4df5624c90" /><Relationship Type="http://schemas.openxmlformats.org/officeDocument/2006/relationships/notesMaster" Target="/ppt/notesMasters/notesMaster1.xml" Id="R02a1ef6c5d4648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edfa44602141bc" /><Relationship Type="http://schemas.openxmlformats.org/officeDocument/2006/relationships/notesMaster" Target="/ppt/notesMasters/notesMaster1.xml" Id="Rc8936839144e49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17fe29712f46e7" /><Relationship Type="http://schemas.openxmlformats.org/officeDocument/2006/relationships/notesMaster" Target="/ppt/notesMasters/notesMaster1.xml" Id="Rf1942b82ad3f4b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Lui apresenta as lâminas 1 a 5. Davi apresenta as lâminas 6 a 10. Introduza a temática e diga que a atividade exigiu rotas HTTP, middlewares, logs, PDF, dados mockados e publicação.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GET consulta, POST cria e DELETE remove. O navegador abre as rotas GET diretamente; para POST e DELETE, use um cliente HTTP. A API devolve JSON, exceto na rota PDF e na página inicial.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array jogos está em index.js. Cada item tem id, titulo, genero, ano e capa. O requisito pede dados mockados, portanto o projeto não usa banco. Reiniciar o processo restaura os três jogos.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ordem do middleware é importante: a tentativa fica registrada antes de verificar o dia. O fuso horário é America/Sao_Paulo. Depois do middleware, a requisição segue para uma das rotas.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raiz GET / mostra uma página de entrada. POST exige id e titulo. ID repetido retorna 409. Um código inexistente retorna 404. O cadastro bem-sucedido retorna 201.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regra vale para todas as rotas, inclusive a página inicial e o PDF. A data é calculada no horário de Brasília, não no fuso do servidor. Os testes simulam sábado e domingo.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registros ficam em um array separado. A rota /logs recebe uma data no formato ano-mês-dia e devolve os acessos daquele dia. Uma data inválida responde 400. Uma tentativa bloqueada também é registrada.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 PDF traz ID, título, gênero e ano. O Content-Disposition é attachment para indicar download. O teste verifica o tipo e a assinatura %PDF- nos primeiros bytes.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 testes criam uma instância temporária da API, fixam a data e fazem requisições reais. Confirmam os códigos de resposta, a consulta, o PDF e o bloqueio nos dois dias do fim de semana.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equipe informou que o projeto está no GitHub e publicado na Vercel. O endereço informado aparece no slide. A versão publicada não foi validada neste material. Explique que os arrays em memória atendem ao requisito de mock, mas podem reiniciar e variar entre instâncias.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f707036ab41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f1b675baa548fe" /><Relationship Type="http://schemas.openxmlformats.org/officeDocument/2006/relationships/slideLayout" Target="/ppt/slideLayouts/slideLayout1.xml" Id="Rc3da9e79f37947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da9e79f37947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61eae237f40a3" /><Relationship Type="http://schemas.openxmlformats.org/officeDocument/2006/relationships/image" Target="/ppt/media/image.png" Id="R59ff659f2a8b4815" /><Relationship Type="http://schemas.openxmlformats.org/officeDocument/2006/relationships/notesSlide" Target="/ppt/notesSlides/notesSlide1.xml" Id="Rdf32c14e08914c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79fb835f8422f" /><Relationship Type="http://schemas.openxmlformats.org/officeDocument/2006/relationships/image" Target="/ppt/media/image2.png" Id="Re74b613d5d7f4cfc" /><Relationship Type="http://schemas.openxmlformats.org/officeDocument/2006/relationships/notesSlide" Target="/ppt/notesSlides/notesSlide2.xml" Id="Rb9a2a33a85724b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9638b0d074c5e" /><Relationship Type="http://schemas.openxmlformats.org/officeDocument/2006/relationships/image" Target="/ppt/media/image3.png" Id="R7c7dd95d1cc44fdd" /><Relationship Type="http://schemas.openxmlformats.org/officeDocument/2006/relationships/notesSlide" Target="/ppt/notesSlides/notesSlide3.xml" Id="R97ddfc03256741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c8081e1564bb1" /><Relationship Type="http://schemas.openxmlformats.org/officeDocument/2006/relationships/image" Target="/ppt/media/image4.png" Id="R5a4230e8c7754324" /><Relationship Type="http://schemas.openxmlformats.org/officeDocument/2006/relationships/notesSlide" Target="/ppt/notesSlides/notesSlide4.xml" Id="R79348e00fbdf45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bdf0a4ee04057" /><Relationship Type="http://schemas.openxmlformats.org/officeDocument/2006/relationships/image" Target="/ppt/media/image5.png" Id="R0db4bfa3edfb40dd" /><Relationship Type="http://schemas.openxmlformats.org/officeDocument/2006/relationships/notesSlide" Target="/ppt/notesSlides/notesSlide5.xml" Id="Rd3fe3f10157443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19b55f4e44ff" /><Relationship Type="http://schemas.openxmlformats.org/officeDocument/2006/relationships/image" Target="/ppt/media/image6.png" Id="R5d27f6e59ce149c9" /><Relationship Type="http://schemas.openxmlformats.org/officeDocument/2006/relationships/notesSlide" Target="/ppt/notesSlides/notesSlide6.xml" Id="R9b8292c45f0c4b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ad82967d7428b" /><Relationship Type="http://schemas.openxmlformats.org/officeDocument/2006/relationships/image" Target="/ppt/media/image7.png" Id="R3cf8949a726d4570" /><Relationship Type="http://schemas.openxmlformats.org/officeDocument/2006/relationships/notesSlide" Target="/ppt/notesSlides/notesSlide7.xml" Id="R59270843ec1147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101da2fe34988" /><Relationship Type="http://schemas.openxmlformats.org/officeDocument/2006/relationships/image" Target="/ppt/media/image8.png" Id="R534e5b65b39b4ee8" /><Relationship Type="http://schemas.openxmlformats.org/officeDocument/2006/relationships/notesSlide" Target="/ppt/notesSlides/notesSlide8.xml" Id="R9657fe5e573b4a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cf26147eb4dac" /><Relationship Type="http://schemas.openxmlformats.org/officeDocument/2006/relationships/image" Target="/ppt/media/image9.png" Id="R69a5a644a6b64dd8" /><Relationship Type="http://schemas.openxmlformats.org/officeDocument/2006/relationships/notesSlide" Target="/ppt/notesSlides/notesSlide9.xml" Id="R6ae2fc5811ec4b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50f91954c40dd" /><Relationship Type="http://schemas.openxmlformats.org/officeDocument/2006/relationships/image" Target="/ppt/media/image10.png" Id="R08655ccfc03c4e59" /><Relationship Type="http://schemas.openxmlformats.org/officeDocument/2006/relationships/notesSlide" Target="/ppt/notesSlides/notesSlide10.xml" Id="R28f4322c460344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f659f2a8b481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261B3-5EAB-45A9-B778-F22DF98A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D628F-8B8F-44F1-AAC6-A0F9F915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01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DB390-E459-40C7-B113-B629B0BB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SEMINÁRIO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D4D89-FB62-445E-9BB2-240C7F5A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API de jogos</a:t>
            </a:r>
          </a:p>
          <a:p xmlns:a="http://schemas.openxmlformats.org/drawingml/2006/main">
            <a:pPr>
              <a:defRPr sz="48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48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Biblioteca pessoal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01D39A-1A4D-4459-937A-67D4C97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rPr>
              <a:t>LUI RICHARD  ·  1–5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53BC67-3A48-496E-9ADC-3CE15BB1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76650"/>
            <a:ext cx="923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Node.js  /  Express  /  PDFKit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33E7AE-F519-4E8D-A255-B9590E0E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7434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Lui Richard Silva Lima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1D5B7-3117-4F0D-8671-0A40B952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86375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Davi Albues Nunes Alencar</a:t>
            </a:r>
          </a:p>
        </p:txBody>
      </p:sp>
    </p:spTree>
    <p:extLst>
      <p:ext uri="{BB962C8B-B14F-4D97-AF65-F5344CB8AC3E}">
        <p14:creationId xmlns:p14="http://schemas.microsoft.com/office/powerpoint/2010/main" val="14913023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4b613d5d7f4cf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2F2678-7BCE-43BE-8815-C6F14124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56642-4218-4EB2-956F-A72487BE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02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4432F-9E26-4ACF-A4AB-48E4C0F8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OBJETIVO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FD95E-E93A-4631-B05A-6C89D9E0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Uma coleção acessível por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D8587-8534-4AC0-98FB-DF8690E5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rPr>
              <a:t>LUI RICHARD  ·  1–5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E41B4-B39E-43DB-92FF-F5A40F32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123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80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9AE4A-7699-4F83-9180-CB0D968A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0515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Consultar jogos pelo navegador ou cliente HTTP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19C967-B1CD-4D63-8EFD-AD33CFB5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23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80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B735C-3772-48C8-A4D9-2B84AEB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00525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Adicionar e remover itens usando códigos únicos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8A9FBA-F27A-425F-9669-93A6CC62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23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80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D5E1D-1C44-4D15-B5CB-A3538708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95900"/>
            <a:ext cx="809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Acompanhar acessos e gerar uma lista em PDF</a:t>
            </a:r>
          </a:p>
        </p:txBody>
      </p:sp>
    </p:spTree>
    <p:extLst>
      <p:ext uri="{BB962C8B-B14F-4D97-AF65-F5344CB8AC3E}">
        <p14:creationId xmlns:p14="http://schemas.microsoft.com/office/powerpoint/2010/main" val="429535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dd95d1cc44f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01C7D-65F4-4F78-A127-3DA980D9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C200F-38B5-4657-9AA5-C48BCF91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03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EBF6B9-D47D-4F61-A3A4-8F737C97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CONSTRUÇÃO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60906-3292-44D0-8DF9-9FD0C703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Dados mockados no próprio código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F3731C-E6EC-4F27-AFA5-2D3DD82E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rPr>
              <a:t>LUI RICHARD  ·  1–5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B8179-A159-482E-A87E-AAB4D8C1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let jogos = [ ... 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CBF899-2CBA-4268-B598-FFF61D73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904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id       "1"</a:t>
            </a:r>
          </a:p>
          <a:p xmlns:a="http://schemas.openxmlformats.org/drawingml/2006/main">
            <a:pPr>
              <a:def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titulo   "The Witcher 3: Wild Hunt"</a:t>
            </a:r>
          </a:p>
          <a:p xmlns:a="http://schemas.openxmlformats.org/drawingml/2006/main">
            <a:pPr>
              <a:def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genero   "RPG de Ação"</a:t>
            </a:r>
          </a:p>
          <a:p xmlns:a="http://schemas.openxmlformats.org/drawingml/2006/main">
            <a:pPr>
              <a:def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ano      2015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3BFF8-43BC-4E85-B9AA-46F28CEC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9595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2D6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2D6E8"/>
                </a:solidFill>
                <a:latin typeface="DejaVu Sans"/>
                <a:ea typeface="DejaVu Sans"/>
                <a:cs typeface="DejaVu Sans"/>
              </a:rPr>
              <a:t>Três jogos iniciais. Sem banco de dados.</a:t>
            </a:r>
          </a:p>
        </p:txBody>
      </p:sp>
    </p:spTree>
    <p:extLst>
      <p:ext uri="{BB962C8B-B14F-4D97-AF65-F5344CB8AC3E}">
        <p14:creationId xmlns:p14="http://schemas.microsoft.com/office/powerpoint/2010/main" val="6669521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230e8c77543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55A65-5D99-4559-AABF-1D2E074D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0DE4E-7B1E-4C77-9877-C9441D42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04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C0AC5-19B7-43C2-B471-F2AE09B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ARQUITETURA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1EBE7-5B7B-4DFA-B6A3-82CD3F00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O caminho da requisição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C0D99-3324-4CE9-ABD7-8E4ACA8B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rPr>
              <a:t>LUI RICHARD  ·  1–5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5D140-A54A-410F-82A9-637A873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01  EXPRESS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8C70B-919B-4911-937A-B64A88B2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Recebe o método, a rota e o corpo JSON.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C1F78-4D1A-4232-9F85-2033FAD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02  LOG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561B8-F55E-43E7-B0F0-B72406F7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243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Registra horário, método e endereço.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61FA9-564C-41B9-9C68-642C1FB7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03  DIA ÚTIL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0B986-4B2D-466C-8FBC-10857D0BE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149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Libera a rota ou responde HTTP 403.</a:t>
            </a:r>
          </a:p>
        </p:txBody>
      </p:sp>
    </p:spTree>
    <p:extLst>
      <p:ext uri="{BB962C8B-B14F-4D97-AF65-F5344CB8AC3E}">
        <p14:creationId xmlns:p14="http://schemas.microsoft.com/office/powerpoint/2010/main" val="19044594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b4bfa3edfb40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AAE87D-E8A3-4C94-AA31-5D9EF9A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77E0-7787-411C-802B-06B10CC5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05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962CE-A806-4E4E-8DD0-ED076252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ROTAS PRINCIPAIS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6DF8D-85FA-48FA-ABA5-93CDAACC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Operações com jogos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8B85E-F9FA-4D85-936F-FE1F64F04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CE7FF"/>
                </a:solidFill>
                <a:latin typeface="DejaVu Sans"/>
                <a:ea typeface="DejaVu Sans"/>
                <a:cs typeface="DejaVu Sans"/>
              </a:rPr>
              <a:t>LUI RICHARD  ·  1–5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56163-1868-446C-A60D-EA82E2A8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GET /jogos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22C54-E726-4CE7-A707-40744B72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Lista todos os jogos.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AF450-0066-441B-9E84-7CEECA54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GET /jogos/:id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18211-FDE5-4F4A-8763-5AF80254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Busca pelo código.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18DDE-603E-425F-AEC8-E348FB18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POST /jogos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1A983-F062-4722-9FCD-1AFAE1C2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1960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Valida e cadastra um novo item.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38251-DB14-42FB-BE06-F3208011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025" b="1">
                <a:solidFill>
                  <a:srgbClr val="4CE7FF"/>
                </a:solidFill>
                <a:latin typeface="DejaVu Sans Mono"/>
                <a:ea typeface="DejaVu Sans Mono"/>
                <a:cs typeface="DejaVu Sans Mono"/>
              </a:rPr>
              <a:t>DELETE /jogos/:id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3552F-AC4A-4BA5-B3A0-314CAA78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00650"/>
            <a:ext cx="590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Exclui pelo código.</a:t>
            </a:r>
          </a:p>
        </p:txBody>
      </p:sp>
    </p:spTree>
    <p:extLst>
      <p:ext uri="{BB962C8B-B14F-4D97-AF65-F5344CB8AC3E}">
        <p14:creationId xmlns:p14="http://schemas.microsoft.com/office/powerpoint/2010/main" val="8951272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7f6e59ce149c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A9FB8-8A31-47E3-9DC6-64C9BDE1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C7DBF-BDDF-4FA8-9A3A-8B2E544D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06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25532-5746-4784-BF3F-E97B65C2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MIDDLEWARE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AE7DF-64FA-4DAC-BDDE-C00948EB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Acesso de segunda a sexta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F7A9-BF3C-491E-89B7-7F55A7E5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rPr>
              <a:t>DAVI ALBUES  ·  6–10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90391E-9492-4A63-B0A9-612B6869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SEG  TER  QUA  QUI  SEX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8B7803-BE2D-4AC8-9A78-9528BDA8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38575"/>
            <a:ext cx="9715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A API atende normalmente.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42A6F-CD2F-4517-8890-3C10EE46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550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SÁB  DOM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2D91B-5F32-406C-A5CC-262973E4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Todas as rotas respondem 403.</a:t>
            </a:r>
          </a:p>
        </p:txBody>
      </p:sp>
    </p:spTree>
    <p:extLst>
      <p:ext uri="{BB962C8B-B14F-4D97-AF65-F5344CB8AC3E}">
        <p14:creationId xmlns:p14="http://schemas.microsoft.com/office/powerpoint/2010/main" val="152455762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949a726d457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22803-EDE9-41FE-9674-4650C0FF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35ED6-7001-4B1F-9E1D-91C4A20C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07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9F55D-1BCE-4130-9C4A-BF0F1C7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HISTÓRICO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C5B31-B4C7-4D16-8A9B-A66CEB45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Cada acesso deixa um registro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85A18-468E-48BB-B33E-C721A9B6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rPr>
              <a:t>DAVI ALBUES  ·  6–10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B0EB5-1978-4191-BF9A-B40A5C4A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{ data, horario, metodo, rota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9763-D895-4CC6-B5A6-D05EB2FE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43325"/>
            <a:ext cx="971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2026-09-28  12:20:00</a:t>
            </a:r>
          </a:p>
          <a:p xmlns:a="http://schemas.openxmlformats.org/drawingml/2006/main">
            <a:pPr>
              <a:defRPr sz="21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GET         /jogos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4C9A1-5726-4ED8-8FBE-6D53F24B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482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GET /logs?data=AAAA-MM-DD</a:t>
            </a:r>
          </a:p>
        </p:txBody>
      </p:sp>
    </p:spTree>
    <p:extLst>
      <p:ext uri="{BB962C8B-B14F-4D97-AF65-F5344CB8AC3E}">
        <p14:creationId xmlns:p14="http://schemas.microsoft.com/office/powerpoint/2010/main" val="1549288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e5b65b39b4ee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7262F8-47B8-4542-9579-443FAAAE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8FA2A-25F6-40FE-93A5-A9A89545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08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511B2-C661-4952-B352-4B2BAFF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ARQUIVO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0F24FB-34EF-4724-9C09-8A187319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Lista de jogos em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5ADE7-487B-460F-AA98-84DD7DC4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rPr>
              <a:t>DAVI ALBUES  ·  6–10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FE2B1-58FF-4B6D-8DB5-A383B3B8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150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GET /jogos/pdf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08A4C1-9EA8-4105-978C-F1F353E3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0287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PDFKit percorre o array e escreve cada jogo no documento.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582B2-5503-44F7-8842-C126CAE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028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C2D6E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C2D6E8"/>
                </a:solidFill>
                <a:latin typeface="DejaVu Sans"/>
                <a:ea typeface="DejaVu Sans"/>
                <a:cs typeface="DejaVu Sans"/>
              </a:rPr>
              <a:t>O servidor devolve application/pdf e o arquivo jogos.pdf.</a:t>
            </a:r>
          </a:p>
        </p:txBody>
      </p:sp>
    </p:spTree>
    <p:extLst>
      <p:ext uri="{BB962C8B-B14F-4D97-AF65-F5344CB8AC3E}">
        <p14:creationId xmlns:p14="http://schemas.microsoft.com/office/powerpoint/2010/main" val="12308624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5a644a6b64dd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8228B-DFB5-46F1-8F96-DBB24998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978BA5-754B-4487-9541-28A320AC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09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6B076-3CA9-46AD-8F14-CEEB186B7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VERIFICAÇÃO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F36F7-F449-4F14-A172-F198521D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Erros claros e testes automatizados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81E9F-C144-45D0-8CDC-EA45900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rPr>
              <a:t>DAVI ALBUES  ·  6–10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534D8-A3B5-46FA-B86D-6529D56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971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201  criado       400  dados inválidos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64243F-1D99-4E5D-9E8B-C0744F64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10287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403  fim de semana       404  não encontrado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0B775E-D918-4E62-A0E8-4C133F88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666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409  ID repetido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13FBF-16AA-49F7-8500-EB79A048E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2447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npm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51F2A-3E48-4857-993E-0616B650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343525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C2D6E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C2D6E8"/>
                </a:solidFill>
                <a:latin typeface="DejaVu Sans"/>
                <a:ea typeface="DejaVu Sans"/>
                <a:cs typeface="DejaVu Sans"/>
              </a:rPr>
              <a:t>Confere rotas, PDF, logs e dias bloqueados.</a:t>
            </a:r>
          </a:p>
        </p:txBody>
      </p:sp>
    </p:spTree>
    <p:extLst>
      <p:ext uri="{BB962C8B-B14F-4D97-AF65-F5344CB8AC3E}">
        <p14:creationId xmlns:p14="http://schemas.microsoft.com/office/powerpoint/2010/main" val="11281616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55ccfc03c4e5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E882C3-F216-4312-A391-1558339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6572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2D6E8"/>
                </a:solidFill>
                <a:latin typeface="DejaVu Sans Mono"/>
                <a:ea typeface="DejaVu Sans Mono"/>
                <a:cs typeface="DejaVu Sans Mono"/>
              </a:rPr>
              <a:t>WEB 2  /  API DE JOGOS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DD7EA-F139-4472-8E05-8B674B99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10 /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57A61-F3FB-4F9D-A060-D28CDCE3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ENCERRAMENTO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0341D-08A9-48FF-B0B1-0FA51797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478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Projeto publicado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08B4A-94EC-4D41-8842-E8C508A9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72225"/>
            <a:ext cx="9239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C3A4FF"/>
                </a:solidFill>
                <a:latin typeface="DejaVu Sans"/>
                <a:ea typeface="DejaVu Sans"/>
                <a:cs typeface="DejaVu Sans"/>
              </a:rPr>
              <a:t>DAVI ALBUES  ·  6–10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6EA5A-2130-47B1-A021-F40E4C1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625" b="1">
                <a:solidFill>
                  <a:srgbClr val="C3A4FF"/>
                </a:solidFill>
                <a:latin typeface="DejaVu Sans Mono"/>
                <a:ea typeface="DejaVu Sans Mono"/>
                <a:cs typeface="DejaVu Sans Mono"/>
              </a:rPr>
              <a:t>GitHub  +  Vercel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F2772-7010-4A81-8B8A-145D2129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861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1">
                <a:solidFill>
                  <a:srgbClr val="F5FBFF"/>
                </a:solidFill>
                <a:latin typeface="DejaVu Sans Mono"/>
                <a:ea typeface="DejaVu Sans Mono"/>
                <a:cs typeface="DejaVu Sans Mono"/>
              </a:rPr>
              <a:t>api-gerenciador-de-jogos-pessoais.vercel.app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D3FF2F-A79C-4944-BE7C-1C25D1B4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Lui Richard Silva Lima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3BC36-BF9D-4A36-86F6-66618697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B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5FBFF"/>
                </a:solidFill>
                <a:latin typeface="DejaVu Sans"/>
                <a:ea typeface="DejaVu Sans"/>
                <a:cs typeface="DejaVu Sans"/>
              </a:rPr>
              <a:t>Davi Albues Nunes Alencar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96B50-F051-4ACD-9E13-338F7102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2D6E8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C2D6E8"/>
                </a:solidFill>
                <a:latin typeface="DejaVu Sans"/>
                <a:ea typeface="DejaVu Sans"/>
                <a:cs typeface="DejaVu Sans"/>
              </a:rPr>
              <a:t>Dados em memória são temporários; cadastro e logs podem sumir após reinício.</a:t>
            </a:r>
          </a:p>
        </p:txBody>
      </p:sp>
    </p:spTree>
    <p:extLst>
      <p:ext uri="{BB962C8B-B14F-4D97-AF65-F5344CB8AC3E}">
        <p14:creationId xmlns:p14="http://schemas.microsoft.com/office/powerpoint/2010/main" val="210717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2026-09-27T22:42:02.6760000Z</dcterms:created>
  <dcterms:modified xsi:type="dcterms:W3CDTF">2026-09-27T22:42:02.6760000Z</dcterms:modified>
</coreProperties>
</file>